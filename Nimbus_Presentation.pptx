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45" d="100"/>
          <a:sy n="45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9540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035040"/>
            <a:ext cx="12191695" cy="1371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kern="0" spc="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NIMBUS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Productivity Assistant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time. Summarize notes. Draft emails. Capture meeting insights.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AI-Assistant Project  •  React + TypeScript  •  TanStack Start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B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&amp; Our Solution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4846320"/>
          </a:xfrm>
          <a:prstGeom prst="roundRect">
            <a:avLst>
              <a:gd name="adj" fmla="val 2830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B3B"/>
                </a:solidFill>
              </a:rPr>
              <a:t>The Problem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0292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675"/>
                </a:solidFill>
              </a:rPr>
              <a:t>Students and professionals juggle scattered tasks, long meeting notes, and constant emails.
•  Time lost switching between apps
•  Notes pile up without summaries
•  Email drafting eats focus time
•  Tasks slip without clear priorities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1463040"/>
            <a:ext cx="5486400" cy="4846320"/>
          </a:xfrm>
          <a:prstGeom prst="roundRect">
            <a:avLst>
              <a:gd name="adj" fmla="val 283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37960" y="16916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Nimbus Helps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2194560"/>
            <a:ext cx="50292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6EEFF"/>
                </a:solidFill>
              </a:rPr>
              <a:t>One calm dashboard powered by AI tools.
</a:t>
            </a:r>
            <a:r>
              <a:rPr lang="en-US" sz="1800" dirty="0">
                <a:solidFill>
                  <a:srgbClr val="FFFFFF"/>
                </a:solidFill>
              </a:rPr>
              <a:t>•  Smart Task Manager with priorities
•  Meeting Summariser for fast recaps
•  Email Generator with tone control
•  Research &amp; Chat Assistants on demand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B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 Dashboard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5"/>
                </a:solidFill>
              </a:rPr>
              <a:t>Your day at a glance — open tasks, progress, and AI tools in one place.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828800"/>
            <a:ext cx="5029200" cy="47548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92240" y="1828800"/>
            <a:ext cx="5029200" cy="47548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6492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675"/>
                </a:solidFill>
              </a:rPr>
              <a:t>Light mode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6492240" y="6492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675"/>
                </a:solidFill>
              </a:rPr>
              <a:t>Dark mode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B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Email Generator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5"/>
                </a:solidFill>
              </a:rPr>
              <a:t>Pick a tone, describe the message, get a polished draft in seconds.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828800"/>
            <a:ext cx="5029200" cy="47548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92240" y="1828800"/>
            <a:ext cx="50292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1B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Assistant &amp; AI Tools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554480"/>
            <a:ext cx="5029200" cy="5029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73736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0" y="182880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B3B"/>
                </a:solidFill>
              </a:rPr>
              <a:t>Email Generator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0" y="22402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</a:rPr>
              <a:t>Polished drafts with tone selection.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2926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0" y="30175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B3B"/>
                </a:solidFill>
              </a:rPr>
              <a:t>Meeting Summariser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0" y="3429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</a:rPr>
              <a:t>Key points and action items from raw notes.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17920" y="411480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42062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B3B"/>
                </a:solidFill>
              </a:rPr>
              <a:t>Research Assistant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0" y="4617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</a:rPr>
              <a:t>Structured outlines for any topic.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530352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0" y="53949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B3B"/>
                </a:solidFill>
              </a:rPr>
              <a:t>Chat Assistant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400800" y="5806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</a:rPr>
              <a:t>Persistent conversational helper.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With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9728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52A55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React 19 + TypeScript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4C9"/>
                </a:solidFill>
              </a:rPr>
              <a:t>Component-based UI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56432" y="173736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52A55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39312" y="18745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TanStack Start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39312" y="2423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4C9"/>
                </a:solidFill>
              </a:rPr>
              <a:t>File-based routing &amp; SSR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64224" y="173736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52A55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47104" y="18745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Tailwind CSS v4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47104" y="2423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4C9"/>
                </a:solidFill>
              </a:rPr>
              <a:t>Royal blue design system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272016" y="173736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52A55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454896" y="18745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LocalStorage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54896" y="2423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4C9"/>
                </a:solidFill>
              </a:rPr>
              <a:t>Simple, no backend needed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</a:rPr>
              <a:t>Nimbus — a clean, calm, AI-powered way to get things done.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63EB"/>
                </a:solidFill>
              </a:rPr>
              <a:t>azure-mind-app.lovable.app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251</Words>
  <Application>Microsoft Office PowerPoint</Application>
  <PresentationFormat>Widescreen</PresentationFormat>
  <Paragraphs>42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Nimbus — AI Productivity Assistant</dc:title>
  <dc:subject>PptxGenJS Presentation</dc:subject>
  <dc:creator>PptxGenJS</dc:creator>
  <cp:lastModifiedBy>Mpho  Mohoasi</cp:lastModifiedBy>
  <cp:revision>2</cp:revision>
  <dcterms:created xsi:type="dcterms:W3CDTF">2026-06-26T06:12:45Z</dcterms:created>
  <dcterms:modified xsi:type="dcterms:W3CDTF">2026-06-26T06:31:26Z</dcterms:modified>
</cp:coreProperties>
</file>