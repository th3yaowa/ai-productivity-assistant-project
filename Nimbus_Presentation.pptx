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Productivity Assistant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time. Summarize notes. Draft emails. Capture meeting insights.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 •  React + TypeScript  •  TanStack Start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486400" cy="4846320"/>
          </a:xfrm>
          <a:prstGeom prst="roundRect">
            <a:avLst>
              <a:gd name="adj" fmla="val 283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B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5"/>
                </a:solidFill>
              </a:rPr>
              <a:t>Students and professionals juggle scattered tasks, long meeting notes, and constant emails.
</a:t>
            </a:r>
            <a:pPr indent="0" marL="0">
              <a:buNone/>
            </a:pPr>
            <a:r>
              <a:rPr lang="en-US" sz="1800" dirty="0">
                <a:solidFill>
                  <a:srgbClr val="5B6675"/>
                </a:solidFill>
              </a:rPr>
              <a:t>•  Time lost switching between apps
</a:t>
            </a:r>
            <a:pPr indent="0" marL="0">
              <a:buNone/>
            </a:pPr>
            <a:r>
              <a:rPr lang="en-US" sz="1800" dirty="0">
                <a:solidFill>
                  <a:srgbClr val="5B6675"/>
                </a:solidFill>
              </a:rPr>
              <a:t>•  Notes pile up without summaries
</a:t>
            </a:r>
            <a:pPr indent="0" marL="0">
              <a:buNone/>
            </a:pPr>
            <a:r>
              <a:rPr lang="en-US" sz="1800" dirty="0">
                <a:solidFill>
                  <a:srgbClr val="5B6675"/>
                </a:solidFill>
              </a:rPr>
              <a:t>•  Email drafting eats focus time
</a:t>
            </a:r>
            <a:pPr indent="0" marL="0">
              <a:buNone/>
            </a:pPr>
            <a:r>
              <a:rPr lang="en-US" sz="1800" dirty="0">
                <a:solidFill>
                  <a:srgbClr val="5B6675"/>
                </a:solidFill>
              </a:rPr>
              <a:t>•  Tasks slip without clear priorities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486400" cy="4846320"/>
          </a:xfrm>
          <a:prstGeom prst="roundRect">
            <a:avLst>
              <a:gd name="adj" fmla="val 283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Nimbus Helps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EFF"/>
                </a:solidFill>
              </a:rPr>
              <a:t>One calm dashboard powered by AI tools.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 Smart Task Manager with priorities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 Meeting Summariser for fast recaps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 Email Generator with tone control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 Research &amp; Chat Assistants on demand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</a:rPr>
              <a:t>Your day at a glance — open tasks, progress, and AI tools in one place.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029200" cy="4754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828800"/>
            <a:ext cx="502920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Light mode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9224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Dark mode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Email Generator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</a:rPr>
              <a:t>Pick a tone, describe the message, get a polished draft in seconds.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029200" cy="4754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82880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Assistant &amp; AI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50292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73736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B"/>
                </a:solidFill>
              </a:rPr>
              <a:t>Email Generator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Polished drafts with tone selection.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29260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3017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B"/>
                </a:solidFill>
              </a:rPr>
              <a:t>Meeting Summariser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3429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Key points and action items from raw notes.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41148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206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B"/>
                </a:solidFill>
              </a:rPr>
              <a:t>Research Assistant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Structured outlines for any topic.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53035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5394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B"/>
                </a:solidFill>
              </a:rPr>
              <a:t>Chat Assistant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0" y="5806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Persistent conversational helper.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52A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19 + TypeScript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C9"/>
                </a:solidFill>
              </a:rPr>
              <a:t>Component-based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6432" y="17373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52A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TanStack Start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39312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C9"/>
                </a:solidFill>
              </a:rPr>
              <a:t>File-based routing &amp; SSR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64224" y="17373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52A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Tailwind CSS v4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47104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C9"/>
                </a:solidFill>
              </a:rPr>
              <a:t>Royal blue design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72016" y="17373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52A5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54896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LocalStorage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54896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C9"/>
                </a:solidFill>
              </a:rPr>
              <a:t>Simple, no backend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Nimbus — a clean, calm, AI-powered way to get things done.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azure-mind-app.lovable.app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 — AI Productivity Assistant</dc:title>
  <dc:subject>PptxGenJS Presentation</dc:subject>
  <dc:creator>PptxGenJS</dc:creator>
  <cp:lastModifiedBy>PptxGenJS</cp:lastModifiedBy>
  <cp:revision>1</cp:revision>
  <dcterms:created xsi:type="dcterms:W3CDTF">2026-06-26T06:12:45Z</dcterms:created>
  <dcterms:modified xsi:type="dcterms:W3CDTF">2026-06-26T06:12:45Z</dcterms:modified>
</cp:coreProperties>
</file>